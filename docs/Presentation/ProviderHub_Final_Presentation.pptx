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Provider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Web-Based Service Marketplace</a:t>
            </a:r>
          </a:p>
          <a:p/>
          <a:p>
            <a:r>
              <a:t>Prepared by: Your Name</a:t>
            </a:r>
          </a:p>
          <a:p>
            <a:r>
              <a:t>Department: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 in finding reliable service providers</a:t>
            </a:r>
          </a:p>
          <a:p>
            <a:pPr>
              <a:defRPr sz="2000"/>
            </a:pPr>
            <a:r>
              <a:t>[Insert image: service marketplace illustration]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verification system</a:t>
            </a:r>
          </a:p>
          <a:p>
            <a:pPr>
              <a:defRPr sz="2000"/>
            </a:pPr>
            <a:r>
              <a:t>No secure booking</a:t>
            </a:r>
          </a:p>
          <a:p>
            <a:pPr>
              <a:defRPr sz="2000"/>
            </a:pPr>
            <a:r>
              <a:t>High fraud risk</a:t>
            </a:r>
          </a:p>
          <a:p>
            <a:pPr>
              <a:defRPr sz="2000"/>
            </a:pPr>
            <a:r>
              <a:t>[Insert image: warning or problem icon]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Centralized platform</a:t>
            </a:r>
          </a:p>
          <a:p>
            <a:pPr>
              <a:defRPr sz="2000"/>
            </a:pPr>
            <a:r>
              <a:t>Secure system</a:t>
            </a:r>
          </a:p>
          <a:p>
            <a:pPr>
              <a:defRPr sz="2000"/>
            </a:pPr>
            <a:r>
              <a:t>Booking &amp; Review</a:t>
            </a:r>
          </a:p>
          <a:p>
            <a:pPr>
              <a:defRPr sz="2000"/>
            </a:pPr>
            <a:r>
              <a:t>[Insert image: target/goal illustration]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Electrician</a:t>
            </a:r>
          </a:p>
          <a:p>
            <a:pPr>
              <a:defRPr sz="2000"/>
            </a:pPr>
            <a:r>
              <a:t>Plumber</a:t>
            </a:r>
          </a:p>
          <a:p>
            <a:pPr>
              <a:defRPr sz="2000"/>
            </a:pPr>
            <a:r>
              <a:t>Tutor</a:t>
            </a:r>
          </a:p>
          <a:p>
            <a:pPr>
              <a:defRPr sz="2000"/>
            </a:pPr>
            <a:r>
              <a:t>Cleaner</a:t>
            </a:r>
          </a:p>
          <a:p>
            <a:pPr>
              <a:defRPr sz="2000"/>
            </a:pPr>
            <a:r>
              <a:t>Mechanic</a:t>
            </a:r>
          </a:p>
          <a:p>
            <a:pPr>
              <a:defRPr sz="2000"/>
            </a:pPr>
            <a:r>
              <a:t>IT Support</a:t>
            </a:r>
          </a:p>
          <a:p>
            <a:pPr>
              <a:defRPr sz="2000"/>
            </a:pPr>
            <a:r>
              <a:t>[Insert image: service icons]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</a:t>
            </a:r>
          </a:p>
          <a:p>
            <a:pPr>
              <a:defRPr sz="2000"/>
            </a:pPr>
            <a:r>
              <a:t>Service Provider</a:t>
            </a:r>
          </a:p>
          <a:p>
            <a:pPr>
              <a:defRPr sz="2000"/>
            </a:pPr>
            <a:r>
              <a:t>Admin</a:t>
            </a:r>
          </a:p>
          <a:p>
            <a:pPr>
              <a:defRPr sz="2000"/>
            </a:pPr>
            <a:r>
              <a:t>[Insert image: user roles diagram]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Register → Verify → Book → Service → Review</a:t>
            </a:r>
          </a:p>
          <a:p>
            <a:pPr>
              <a:defRPr sz="2000"/>
            </a:pPr>
            <a:r>
              <a:t>[Insert image: workflow diagram]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Login</a:t>
            </a:r>
          </a:p>
          <a:p>
            <a:pPr>
              <a:defRPr sz="2000"/>
            </a:pPr>
            <a:r>
              <a:t>Search</a:t>
            </a:r>
          </a:p>
          <a:p>
            <a:pPr>
              <a:defRPr sz="2000"/>
            </a:pPr>
            <a:r>
              <a:t>Booking</a:t>
            </a:r>
          </a:p>
          <a:p>
            <a:pPr>
              <a:defRPr sz="2000"/>
            </a:pPr>
            <a:r>
              <a:t>Review</a:t>
            </a:r>
          </a:p>
          <a:p>
            <a:pPr>
              <a:defRPr sz="2000"/>
            </a:pPr>
            <a:r>
              <a:t>Admin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Security</a:t>
            </a:r>
          </a:p>
          <a:p>
            <a:pPr>
              <a:defRPr sz="2000"/>
            </a:pPr>
            <a:r>
              <a:t>Speed</a:t>
            </a:r>
          </a:p>
          <a:p>
            <a:pPr>
              <a:defRPr sz="2000"/>
            </a:pPr>
            <a:r>
              <a:t>Scalability</a:t>
            </a:r>
          </a:p>
          <a:p>
            <a:pPr>
              <a:defRPr sz="2000"/>
            </a:pPr>
            <a:r>
              <a:t>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Frontend: HTML, CSS, JS</a:t>
            </a:r>
          </a:p>
          <a:p>
            <a:pPr>
              <a:defRPr sz="2000"/>
            </a:pPr>
            <a:r>
              <a:t>Backend: Go (Gin)</a:t>
            </a:r>
          </a:p>
          <a:p>
            <a:pPr>
              <a:defRPr sz="2000"/>
            </a:pPr>
            <a:r>
              <a:t>Database: MySQL</a:t>
            </a:r>
          </a:p>
          <a:p>
            <a:pPr>
              <a:defRPr sz="2000"/>
            </a:pPr>
            <a:r>
              <a:t>[Insert image: tech stack icons]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Analysis: 1 Week</a:t>
            </a:r>
          </a:p>
          <a:p>
            <a:pPr>
              <a:defRPr sz="2000"/>
            </a:pPr>
            <a:r>
              <a:t>Design: 2 Weeks</a:t>
            </a:r>
          </a:p>
          <a:p>
            <a:pPr>
              <a:defRPr sz="2000"/>
            </a:pPr>
            <a:r>
              <a:t>Development: 4 Weeks</a:t>
            </a:r>
          </a:p>
          <a:p>
            <a:pPr>
              <a:defRPr sz="2000"/>
            </a:pPr>
            <a:r>
              <a:t>Testing: 2 Weeks</a:t>
            </a:r>
          </a:p>
          <a:p>
            <a:pPr>
              <a:defRPr sz="2000"/>
            </a:pPr>
            <a:r>
              <a:t>Deployment: 1 Week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Actors: Customer, Provider, Admin</a:t>
            </a:r>
          </a:p>
          <a:p>
            <a:pPr>
              <a:defRPr sz="2000"/>
            </a:pPr>
            <a:r>
              <a:t>Customer: Register, Search, Book, Review</a:t>
            </a:r>
          </a:p>
          <a:p>
            <a:pPr>
              <a:defRPr sz="2000"/>
            </a:pPr>
            <a:r>
              <a:t>Provider: Register, Accept/Reject Booking</a:t>
            </a:r>
          </a:p>
          <a:p>
            <a:pPr>
              <a:defRPr sz="2000"/>
            </a:pPr>
            <a:r>
              <a:t>Admin: Verify, Manage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Entities:</a:t>
            </a:r>
          </a:p>
          <a:p>
            <a:pPr>
              <a:defRPr sz="2000"/>
            </a:pPr>
            <a:r>
              <a:t>User</a:t>
            </a:r>
          </a:p>
          <a:p>
            <a:pPr>
              <a:defRPr sz="2000"/>
            </a:pPr>
            <a:r>
              <a:t>Provider</a:t>
            </a:r>
          </a:p>
          <a:p>
            <a:pPr>
              <a:defRPr sz="2000"/>
            </a:pPr>
            <a:r>
              <a:t>Service</a:t>
            </a:r>
          </a:p>
          <a:p>
            <a:pPr>
              <a:defRPr sz="2000"/>
            </a:pPr>
            <a:r>
              <a:t>Booking</a:t>
            </a:r>
          </a:p>
          <a:p>
            <a:pPr>
              <a:defRPr sz="2000"/>
            </a:pPr>
            <a:r>
              <a:t>Review</a:t>
            </a:r>
          </a:p>
          <a:p>
            <a:pPr>
              <a:defRPr sz="2000"/>
            </a:pPr>
            <a:r>
              <a:t>Payment</a:t>
            </a:r>
          </a:p>
          <a:p>
            <a:pPr>
              <a:defRPr sz="2000"/>
            </a:pPr>
            <a:r>
              <a:t>Relationships:</a:t>
            </a:r>
          </a:p>
          <a:p>
            <a:pPr>
              <a:defRPr sz="2000"/>
            </a:pPr>
            <a:r>
              <a:t>User → Booking → Provider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Reliable &amp; Secure Service Marketplace</a:t>
            </a:r>
          </a:p>
          <a:p>
            <a:pPr>
              <a:defRPr sz="2000"/>
            </a:pPr>
            <a:r>
              <a:t>Easy access to services</a:t>
            </a:r>
          </a:p>
          <a:p>
            <a:pPr>
              <a:defRPr sz="2000"/>
            </a:pPr>
            <a:r>
              <a:t>Admin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